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72" r:id="rId8"/>
    <p:sldId id="282" r:id="rId9"/>
    <p:sldId id="283" r:id="rId10"/>
    <p:sldId id="281" r:id="rId11"/>
    <p:sldId id="275" r:id="rId12"/>
    <p:sldId id="276" r:id="rId13"/>
    <p:sldId id="27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桌面智能灵动岛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Desktop Smart Island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5661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ESP32-C3 OLED 桌面终端 | 智谱 AI 语音对话 | Web 面板 + MQTT 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2025-2026 「人人卓越」工程 · 第三阶段B选题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答辩日期：2026/06/06-07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一个放在桌面的小型 OLED 屏幕小狗，会说话、能计时、管任务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桌面智能灵动岛是一台基于 ESP32-C3 SuperMini 的桌面 OLED 智能终端。它通过 I2S 麦克风采集语音、调用智谱大模型进行 AI 对话与语音合成，在 0.96 寸 OLED 上展示 6 种交互模式（时钟/倒计时/待办/天气/设置/AI 对话）。Web 面板通过本地 Mosquitto MQTT Broker 与设备实时双向联动：创建任务、控制番茄钟、同步 AI 对话。还附带一个 Flutter App 骨架用于未来手机端扩展。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🤖 AI 语音对话 — 长按录音 → 智谱 ASR → GLM-4 → TTS 语音播报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🍅 番茄钟任务 — OLED 大屏倒计时，Web 面板远程控制 + MQTT 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📋 任务管理 — Web 创建任务 → MQTT 推 ESP32 → OLED 显示+标记完成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🐕 电子宠物 — OLED 表情包 + 事件动画 + Web 端 MP4 宠物视频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🖥 Web + MQTT — 左宠物+右面板，DeepSeek Agent 驱动 AI 对话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答辩目录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31520" y="1645920"/>
            <a:ext cx="7315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sz="5400"/>
              <a:t>1</a:t>
            </a:r>
            <a:endParaRPr sz="5400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731520" y="3054350"/>
            <a:ext cx="7315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sz="5400"/>
              <a:t>2</a:t>
            </a:r>
            <a:endParaRPr sz="5400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371600" y="1772285"/>
            <a:ext cx="457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4000"/>
              <a:t>系统总架构</a:t>
            </a:r>
            <a:endParaRPr sz="400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731520" y="4610100"/>
            <a:ext cx="7315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rPr sz="5400"/>
              <a:t>3</a:t>
            </a:r>
            <a:endParaRPr sz="5400"/>
          </a:p>
        </p:txBody>
      </p:sp>
      <p:sp>
        <p:nvSpPr>
          <p:cNvPr id="23" name="TextBox 22"/>
          <p:cNvSpPr txBox="1"/>
          <p:nvPr>
            <p:custDataLst>
              <p:tags r:id="rId5"/>
            </p:custDataLst>
          </p:nvPr>
        </p:nvSpPr>
        <p:spPr>
          <a:xfrm>
            <a:off x="1418590" y="3191510"/>
            <a:ext cx="457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4000"/>
              <a:t>技术难点</a:t>
            </a:r>
            <a:endParaRPr sz="4000"/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1371600" y="4718050"/>
            <a:ext cx="457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4000"/>
              <a:t>演示 &amp; 总结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痛点分析与项目定位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✕ 桌面效率工具冰冷：番茄钟 App、Todo 列表、闹钟 —— 全是数字，缺乏温度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✕ AI 音箱太大太贵，不适合放桌面做专注伴侣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✕ 需要一个能看见、能互动、有'情绪'的桌面实体 — 看得见摸得着的电子宠物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我们的答案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✓ 一台 ESP32-C3 驱动的 OLED 屏幕小狗（&lt; ￥80）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✓ 语音聊、帮计时、管任务 — 长按录音和它对话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✓ PC Web 面板实时联动 — 左看宠物视频，右控任务番茄钟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✓ Flutter App 骨架已就绪，未来无缝扩展到手机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系统总架构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┌────────────────── 云端服务 ──────────────────────────────────────────┐</a:t>
            </a:r>
            <a:br/>
            <a:r>
              <a:t>│  智谱 AI (GLM-4-Flash  +  ASR +  TTS)  │  DeepSeek API (Web Agent)  │  Cloudflare Worker (搜索/ASR代理) │</a:t>
            </a:r>
            <a:br/>
            <a:r>
              <a:t>└──────────────────────┬───────────────────────────────────────────────┘</a:t>
            </a:r>
            <a:br/>
            <a:r>
              <a:t>                       │ HTTPS                                HTTPS</a:t>
            </a:r>
            <a:br/>
            <a:r>
              <a:t>┌──────────────────────┴────────────────────────────────────────────────────┐</a:t>
            </a:r>
            <a:br/>
            <a:r>
              <a:t>│                          PC 端 (localhost)                                  │</a:t>
            </a:r>
            <a:br/>
            <a:r>
              <a:t>│  ┌──────────────────────────┐   ┌──────────────┐   ┌───────────────────┐  │</a:t>
            </a:r>
            <a:br/>
            <a:r>
              <a:t>│  │  Web 控制面板 (SPA)      │   │  Mosquitto   │   │  Flutter App      │  │</a:t>
            </a:r>
            <a:br/>
            <a:r>
              <a:t>│  │  HTML + CSS + JS         │←→│  MQTT Broker │←→│  (骨架 25%)       │  │</a:t>
            </a:r>
            <a:br/>
            <a:r>
              <a:t>│  │  DeepSeek Agent + 8 工具 │   │  TCP 1883    │   │  Mock 数据        │  │</a:t>
            </a:r>
            <a:br/>
            <a:r>
              <a:t>│  └──────────────────────────┘   │  WS  8083    │   └───────────────────┘  │</a:t>
            </a:r>
            <a:br/>
            <a:r>
              <a:t>│                                  └──────┬───────┘                          │</a:t>
            </a:r>
            <a:br/>
            <a:r>
              <a:t>└─────────────────────────────────────────┼──────────────────────────────────┘</a:t>
            </a:r>
            <a:br/>
            <a:r>
              <a:t>                                          │ MQTT (WiFi)</a:t>
            </a:r>
            <a:br/>
            <a:r>
              <a:t>┌─────────────────────────────────────────┴──────────────────────────────────┐</a:t>
            </a:r>
            <a:br/>
            <a:r>
              <a:t>│                          ESP32-C3 SuperMini                                 │</a:t>
            </a:r>
            <a:br/>
            <a:r>
              <a:t>│  ┌──────────┐ ┌───────────┐ ┌───────────┐ ┌────────────┐ ┌──────────┐    │</a:t>
            </a:r>
            <a:br/>
            <a:r>
              <a:t>│  │ 0.96 OLED│ │ INMP441   │ │MAX98357A  │ │ 4 按键      │ │ TP4056   │    │</a:t>
            </a:r>
            <a:br/>
            <a:r>
              <a:t>│  │ SSD1306  │ │ I2S 麦克风 │ │ I2S 功放   │ │ (GPIO 1-4) │ │ 充电管理  │    │</a:t>
            </a:r>
            <a:br/>
            <a:r>
              <a:t>│  │ I2C      │ │           │ │ + 喇叭     │ │ + 电池 ADC │ │ 14250    │    │</a:t>
            </a:r>
            <a:br/>
            <a:r>
              <a:t>│  └──────────┘ └───────────┘ └───────────┘ └────────────┘ └──────────┘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55700"/>
            <a:ext cx="804037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465" y="1140460"/>
            <a:ext cx="6473190" cy="5672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6090" y="1088390"/>
            <a:ext cx="6507480" cy="5708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75" y="1134745"/>
            <a:ext cx="7967345" cy="5661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7945" y="1280160"/>
            <a:ext cx="7868285" cy="5505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团队分工与协作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1088390"/>
            <a:ext cx="2863850" cy="3924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55" y="1177925"/>
            <a:ext cx="2882900" cy="3949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05" y="1177925"/>
            <a:ext cx="2921000" cy="387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355" y="1177925"/>
            <a:ext cx="2904490" cy="3883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10" y="5127625"/>
            <a:ext cx="7683500" cy="1682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项目总结 &amp; 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✅ 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ESP32-C3 固件: 6 模式状态机 + 39 文件 ~3,500 行</a:t>
            </a:r>
            <a:br/>
            <a:r>
              <a:t>• 智谱全家桶: ASR → AI → TTS 全链路语音交互</a:t>
            </a:r>
            <a:br/>
            <a:r>
              <a:t>• I2S 总线共用: INMP441 + MAX98357A 动态切换</a:t>
            </a:r>
            <a:br/>
            <a:r>
              <a:t>• Web 面板: DeepSeek Agent + 8 工具 + MQTT 联动</a:t>
            </a:r>
            <a:br/>
            <a:r>
              <a:t>• 本地 Mosquitto Broker: TCP 1883 + WS 8083</a:t>
            </a:r>
            <a:br/>
            <a:r>
              <a:t>• 4 键直接 GPIO + 电池 ADC 检测</a:t>
            </a:r>
            <a:br/>
            <a:r>
              <a:t>• 软 WDT · NVS 持久化 · WiFi 交互式配网</a:t>
            </a:r>
            <a:br/>
            <a:r>
              <a:t>• Flutter App 骨架 (4 Tab + MQTT 代码就绪)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🔮 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3D 打印外壳 + 成品组装展示</a:t>
            </a:r>
            <a:br/>
            <a:r>
              <a:t>• Flutter App 接入真实数据源 (MQTT 已就绪)</a:t>
            </a:r>
            <a:br/>
            <a:r>
              <a:t>• ESP32-S3 升级 (更多 GPIO + 更强 NPU)</a:t>
            </a:r>
            <a:br/>
            <a:r>
              <a:t>• 语音唤醒词 (免按键触发)</a:t>
            </a:r>
            <a:br/>
            <a:r>
              <a:t>• 环境传感器扩展 (温湿度/光线)</a:t>
            </a:r>
            <a:br/>
            <a:r>
              <a:t>• 多设备 Mesh 联动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0698480" cy="1645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⚙ 软件工程亮点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79"/>
            <a:ext cx="10332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• 分层架构: main → modes → services/ui/hardware → config.h</a:t>
            </a:r>
            <a:br/>
            <a:r>
              <a:t>• 同层不互依赖，全部通过 config.h extern 共享全局状态</a:t>
            </a:r>
            <a:br/>
            <a:r>
              <a:t>• 3 端 MQTT 主题完全一致 (ESP32 config.h / Web mqtt.js / Flutter mqtt_service.dart)</a:t>
            </a:r>
            <a:br/>
            <a:r>
              <a:t>• Agent 框架: think → tool_call → observe 可循环推理</a:t>
            </a:r>
            <a:br/>
            <a:r>
              <a:t>• 去抖精度: 主循环 1kHz 轮询，8 次同值确认 ≈ 8ms, &lt; 12ms 响应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桌面智能灵动岛 — Desktop Smart Island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4206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欢迎提问 🙋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ags/tag2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ags/tag3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ags/tag4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ags/tag5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ags/tag6.xml><?xml version="1.0" encoding="utf-8"?>
<p:tagLst xmlns:p="http://schemas.openxmlformats.org/presentationml/2006/main">
  <p:tag name="KSO_WM_DIAGRAM_VIRTUALLY_FRAME" val="{&quot;height&quot;:306,&quot;left&quot;:57.6,&quot;top&quot;:129.6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3349</Words>
  <Application>WPS 演示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WPS_1682739062</cp:lastModifiedBy>
  <cp:revision>3</cp:revision>
  <dcterms:created xsi:type="dcterms:W3CDTF">2013-01-27T09:14:00Z</dcterms:created>
  <dcterms:modified xsi:type="dcterms:W3CDTF">2026-06-06T18:04:47Z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6A0121A17E8547F88374CA51FF316E98_12</vt:lpwstr>
  </property>
</Properties>
</file>