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2" r:id="rId9"/>
    <p:sldId id="265" r:id="rId10"/>
    <p:sldId id="267" r:id="rId11"/>
    <p:sldId id="268" r:id="rId12"/>
    <p:sldId id="269" r:id="rId13"/>
    <p:sldId id="270" r:id="rId14"/>
    <p:sldId id="271" r:id="rId15"/>
    <p:sldId id="278" r:id="rId16"/>
    <p:sldId id="272" r:id="rId17"/>
    <p:sldId id="273" r:id="rId18"/>
    <p:sldId id="276" r:id="rId19"/>
    <p:sldId id="277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桌面智能灵动岛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Desktop Smart Island — AI Desktop Companion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35661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基于 ESP32-C3 的桌面智能助手 | AI 语音对话 | 番茄钟任务管理 | 微信小程序联动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2025-2026 </a:t>
            </a:r>
            <a:r>
              <a:rPr>
                <a:solidFill>
                  <a:srgbClr val="FF0000"/>
                </a:solidFill>
              </a:rPr>
              <a:t>「人人卓越」工程 · 第三阶段B选题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88952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答辩日期：2026/06/07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73400" y="4391660"/>
            <a:ext cx="7176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                                           </a:t>
            </a:r>
            <a:r>
              <a:rPr lang="zh-CN" altLang="en-US">
                <a:solidFill>
                  <a:schemeClr val="bg1"/>
                </a:solidFill>
              </a:rPr>
              <a:t>队长：程铮</a:t>
            </a:r>
            <a:br>
              <a:rPr lang="zh-CN" altLang="en-US">
                <a:solidFill>
                  <a:schemeClr val="bg1"/>
                </a:solidFill>
              </a:rPr>
            </a:br>
            <a:r>
              <a:rPr lang="en-US" altLang="zh-CN">
                <a:solidFill>
                  <a:schemeClr val="bg1"/>
                </a:solidFill>
              </a:rPr>
              <a:t>                       </a:t>
            </a:r>
            <a:r>
              <a:rPr lang="zh-CN" altLang="en-US">
                <a:solidFill>
                  <a:schemeClr val="bg1"/>
                </a:solidFill>
              </a:rPr>
              <a:t>队员：高瑞阳，</a:t>
            </a:r>
            <a:r>
              <a:rPr lang="zh-CN" altLang="en-US">
                <a:solidFill>
                  <a:schemeClr val="bg1"/>
                </a:solidFill>
              </a:rPr>
              <a:t>雷孟春，姜嘉</a:t>
            </a:r>
            <a:r>
              <a:rPr lang="zh-CN" altLang="en-US">
                <a:solidFill>
                  <a:schemeClr val="bg1"/>
                </a:solidFill>
              </a:rPr>
              <a:t>智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项目简介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一个会说话、能帮你管任务、有表情的桌面电子宠物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桌面智能灵动岛是一款集 AI 语音对话、番茄钟任务管理、天气时钟显示、手机小程序联动于一体的桌面智能助手。它以 ESP32-C3 为主控，搭载 OLED 表情显示、I2S 语音交互，通过 MQTT 与微信小程序实时双向同步，成为用户桌面上一个有"人格"的数字化伴侣。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🎤 AI 语音对话 —— 长按按键说话，松开AI秒回，支持云端+本地双模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🍅 智能番茄钟 —— OLED 大屏倒计时，手机远程控制，专注统计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📋 任务管理 —— 手机创建任务 → 设备同步提醒 → 一键完成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🤖 电子宠物 —— 8套表情随机切换，事件触发特殊表情动画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🌤 天气时钟 —— NTP校时 + 和风天气实时显示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答辩目录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8195" y="1156970"/>
            <a:ext cx="1039495" cy="10725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rPr sz="5400"/>
              <a:t>1</a:t>
            </a:r>
            <a:endParaRPr sz="5400"/>
          </a:p>
        </p:txBody>
      </p:sp>
      <p:sp>
        <p:nvSpPr>
          <p:cNvPr id="7" name="TextBox 6"/>
          <p:cNvSpPr txBox="1"/>
          <p:nvPr/>
        </p:nvSpPr>
        <p:spPr>
          <a:xfrm>
            <a:off x="798195" y="2711450"/>
            <a:ext cx="73152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rPr sz="5400"/>
              <a:t>2</a:t>
            </a:r>
            <a:endParaRPr sz="5400"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0"/>
            <a:ext cx="4572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3600"/>
              <a:t>系统架构</a:t>
            </a:r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798195" y="4477385"/>
            <a:ext cx="73152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rPr lang="en-US" sz="5400"/>
              <a:t>3</a:t>
            </a:r>
            <a:endParaRPr lang="en-US" sz="5400"/>
          </a:p>
        </p:txBody>
      </p:sp>
      <p:sp>
        <p:nvSpPr>
          <p:cNvPr id="20" name="TextBox 19"/>
          <p:cNvSpPr txBox="1"/>
          <p:nvPr/>
        </p:nvSpPr>
        <p:spPr>
          <a:xfrm>
            <a:off x="1463040" y="2879090"/>
            <a:ext cx="4572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3600"/>
              <a:t>技术难点</a:t>
            </a:r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7015480" y="5480050"/>
            <a:ext cx="462788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 panose="020B0503020204020204" charset="-122"/>
              </a:defRPr>
            </a:pPr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1463040" y="4650740"/>
            <a:ext cx="4572000" cy="6305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 sz="3600"/>
              <a:t>后期展望</a:t>
            </a:r>
            <a:endParaRPr lang="zh-CN" sz="3600"/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功能全景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4114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⏰ 时钟天气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NTP 自动校时</a:t>
            </a:r>
            <a:br/>
            <a:r>
              <a:t>大字时间 + 日期星期</a:t>
            </a:r>
            <a:br/>
            <a:r>
              <a:t>和风天气实时显示</a:t>
            </a:r>
            <a:br/>
            <a:r>
              <a:t>6 套天气图标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560320" cy="4114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🍅 番茄钟任务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25+5 专注模式</a:t>
            </a:r>
            <a:br/>
            <a:r>
              <a:t>手机远程启动</a:t>
            </a:r>
            <a:br/>
            <a:r>
              <a:t>倒计时进度条</a:t>
            </a:r>
            <a:br/>
            <a:r>
              <a:t>完成统计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60320" cy="4114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🎤 AI 语音对话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长按录音 → ASR 识别</a:t>
            </a:r>
            <a:br/>
            <a:r>
              <a:t>智谱 GLM / 本地 Ollama</a:t>
            </a:r>
            <a:br/>
            <a:r>
              <a:t>TTS 语音播报回复</a:t>
            </a:r>
            <a:br/>
            <a:r>
              <a:t>双模自动切换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645920"/>
            <a:ext cx="2560320" cy="4114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📱 手机联动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945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微信小程序控制</a:t>
            </a:r>
            <a:br/>
            <a:r>
              <a:t>任务双向同步</a:t>
            </a:r>
            <a:br/>
            <a:r>
              <a:t>MQTT 实时通信</a:t>
            </a:r>
            <a:br/>
            <a:r>
              <a:t>远程番茄钟 + AI 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5/23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系统总架构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┌────────────────── 云端服务 ──────────────────┐</a:t>
            </a:r>
            <a:br/>
            <a:r>
              <a:t>│  智谱AI (GLM-4-Flash)  │  百度ASR/TTS  │  和风天气  │  EMQX MQTT  │</a:t>
            </a:r>
            <a:br/>
            <a:r>
              <a:t>└────────────────────┬───────────────────────────┘</a:t>
            </a:r>
            <a:br/>
            <a:r>
              <a:t>                     │ HTTPS / MQTT</a:t>
            </a:r>
            <a:br/>
            <a:r>
              <a:t>      ┌──────────────┴──────────────┐</a:t>
            </a:r>
            <a:br/>
            <a:r>
              <a:t>      │         WiFi 局域网          │</a:t>
            </a:r>
            <a:br/>
            <a:r>
              <a:t>      ├─────────────────────────────┤</a:t>
            </a:r>
            <a:br/>
            <a:r>
              <a:t>      │                             │</a:t>
            </a:r>
            <a:br/>
            <a:r>
              <a:t>      ▼                             ▼</a:t>
            </a:r>
            <a:br/>
            <a:r>
              <a:t>┌──────────────┐          ┌────────────────┐</a:t>
            </a:r>
            <a:br/>
            <a:r>
              <a:t>│ ESP32-C3     │  MQTT    │  微信小程序     │</a:t>
            </a:r>
            <a:br/>
            <a:r>
              <a:t>│ Super Mini   │◄════════►│  5 Tab 页面    │</a:t>
            </a:r>
            <a:br/>
            <a:r>
              <a:t>│              │          │                │</a:t>
            </a:r>
            <a:br/>
            <a:r>
              <a:t>│ OLED 128×64  │          │ 设备状态总览    │</a:t>
            </a:r>
            <a:br/>
            <a:r>
              <a:t>│ INMP441 麦克  │          │ 任务 CRUD      │</a:t>
            </a:r>
            <a:br/>
            <a:r>
              <a:t>│ MAX98357A   │          │ AI 对话        │</a:t>
            </a:r>
            <a:br/>
            <a:r>
              <a:t>│ 按键 × 6    │          │ 番茄钟远程      │</a:t>
            </a:r>
            <a:br/>
            <a:r>
              <a:t>│ TP4056 充电  │          │ WiFi 配网      │</a:t>
            </a:r>
            <a:br/>
            <a:r>
              <a:t>└──────────────┘          └────────────────┘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6/23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060" y="1227455"/>
            <a:ext cx="11189335" cy="4802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核心数据流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22860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语音交互全链路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长按按键C → INMP441 录音(PCM 16kHz) → HTTP POST 百度 ASR → 返回文字</a:t>
            </a:r>
            <a:br/>
            <a:r>
              <a:t>→ HTTP POST 智谱 AI → 返回回复 → OLED 显示 + 百度 TTS 合成语音</a:t>
            </a:r>
            <a:br/>
            <a:r>
              <a:t>→ MAX98357A 功放 → 喇叭播放</a:t>
            </a:r>
            <a:br/>
            <a:br/>
            <a:r>
              <a:t>全程延迟：云端 ~2s  /  本地 Ollama ~4s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MQTT 任务同步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小程序创建任务 → MQTT publish (device/{id}/task/add)</a:t>
            </a:r>
            <a:br/>
            <a:r>
              <a:t>→ ESP32 收到 → OLED 弹通知动画 → 存入本地列表</a:t>
            </a:r>
            <a:br/>
            <a:br/>
            <a:r>
              <a:t>小程序标记完成 → MQTT publish (device/{id}/task/done)</a:t>
            </a:r>
            <a:br/>
            <a:r>
              <a:t>→ ESP32 更新列表 → LED 闪烁确认</a:t>
            </a:r>
            <a:br/>
            <a:br/>
            <a:r>
              <a:t>番茄钟支持双端互启互停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09728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AI 双模切换策略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79"/>
            <a:ext cx="1060704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开机检测智谱 API 连通性 → 同时扫描局域网 Ollama (GET :11434/api/tags)</a:t>
            </a:r>
            <a:br/>
            <a:r>
              <a:t>→ 默认云端优先，超时 3s 自动切本地</a:t>
            </a:r>
            <a:br/>
            <a:r>
              <a:t>→ OLED 状态栏显示 ☁云端 / 🏠</a:t>
            </a:r>
            <a:r>
              <a:rPr lang="en-US"/>
              <a:t>  </a:t>
            </a:r>
            <a:r>
              <a:t>本地 图标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7/23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I2S 音频子系统设计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共享 I2S 总线架构：</a:t>
            </a:r>
            <a:br/>
            <a:br/>
            <a:r>
              <a:t>                    ESP32-C3 (I2S Master)</a:t>
            </a:r>
            <a:br/>
            <a:r>
              <a:t>                         │</a:t>
            </a:r>
            <a:br/>
            <a:r>
              <a:t>          ┌──────────────┼──────────────┐</a:t>
            </a:r>
            <a:br/>
            <a:r>
              <a:t>          │ BCLK(GPIO5)  │ LRC(GPIO4)   │</a:t>
            </a:r>
            <a:br/>
            <a:r>
              <a:t>          ▼               ▼              ▼</a:t>
            </a:r>
            <a:br/>
            <a:r>
              <a:t>    ┌──────────┐   ┌──────────┐   ┌──────────┐</a:t>
            </a:r>
            <a:br/>
            <a:r>
              <a:t>    │ INMP441  │   │ MAX98357A│   │          │</a:t>
            </a:r>
            <a:br/>
            <a:r>
              <a:t>    │ 麦克风    │   │ 功放      │   │          │</a:t>
            </a:r>
            <a:br/>
            <a:r>
              <a:t>    │          │   │          │   │          │</a:t>
            </a:r>
            <a:br/>
            <a:r>
              <a:t>    │ SCK◄─────┤   │ BCLK◄────┤   │          │ ← 同一条 BCLK</a:t>
            </a:r>
            <a:br/>
            <a:r>
              <a:t>    │ WS ◄─────┤   │ LRC ◄────┤   │          │ ← 同一条 LRC</a:t>
            </a:r>
            <a:br/>
            <a:r>
              <a:t>    │ SD ──────┼──►│          │   │          │   (ESP32 RX)</a:t>
            </a:r>
            <a:br/>
            <a:r>
              <a:t>    │          │   │ DIN ◄────┼───┤ GPIO10   │   (ESP32 TX)</a:t>
            </a:r>
            <a:br/>
            <a:r>
              <a:t>    └──────────┘   └──────────┘   └──────────┘</a:t>
            </a:r>
            <a:br/>
            <a:r>
              <a:t>         ▲               │</a:t>
            </a:r>
            <a:br/>
            <a:r>
              <a:t>         │               ▼</a:t>
            </a:r>
            <a:br/>
            <a:r>
              <a:t>      声音采集         喇叭播放</a:t>
            </a:r>
            <a:br/>
            <a:br/>
            <a:r>
              <a:t>⚠️ 关键选型决策：</a:t>
            </a:r>
            <a:br/>
            <a:r>
              <a:t>ESP32-C3 没有内置 DAC → 不能直接用 PAM8403 (模拟输入)</a:t>
            </a:r>
            <a:br/>
            <a:r>
              <a:t>→ 选 MAX98357A I2S 数字功放，纯数字输入，无需 DAC，效率 92%</a:t>
            </a:r>
            <a:br/>
            <a:br/>
            <a:r>
              <a:t>INMP441 供电只支持 3.3V（禁止接 5V！）</a:t>
            </a:r>
            <a:br/>
            <a:r>
              <a:t>MAX98357A VIN 接电池 3.7V 直供（功放峰值电流 0.5A，不走 LDO）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10/23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" y="1109345"/>
            <a:ext cx="9483725" cy="56178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嵌入式固件架构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5262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状态机总图：</a:t>
            </a:r>
            <a:br/>
            <a:br/>
            <a:r>
              <a:t>                      ┌─────────────┐</a:t>
            </a:r>
            <a:br/>
            <a:r>
              <a:t>            ┌────────►│ CHAT-ROBOT  │◄──────────┐</a:t>
            </a:r>
            <a:br/>
            <a:r>
              <a:t>            │ 超时返回 │ (默认中枢)   │           │</a:t>
            </a:r>
            <a:br/>
            <a:r>
              <a:t>            │         └──────┬──────┘           │</a:t>
            </a:r>
            <a:br/>
            <a:r>
              <a:t>            │                │ 按键B循环         │</a:t>
            </a:r>
            <a:br/>
            <a:r>
              <a:t>            │    ┌───────────┼───────────┐       │</a:t>
            </a:r>
            <a:br/>
            <a:r>
              <a:t>            │    ▼           ▼           ▼       │</a:t>
            </a:r>
            <a:br/>
            <a:r>
              <a:t>            │ ┌──────┐ ┌─────────┐ ┌────────┐   │</a:t>
            </a:r>
            <a:br/>
            <a:r>
              <a:t>            │ │CLOCK │ │COUNTDOWN│ │  TODO  │   │</a:t>
            </a:r>
            <a:br/>
            <a:r>
              <a:t>            │ │ 时钟 │ │  倒计时  │ │ 待办   │   │</a:t>
            </a:r>
            <a:br/>
            <a:r>
              <a:t>            │ └──┬───┘ └────┬────┘ └───┬────┘   │</a:t>
            </a:r>
            <a:br/>
            <a:r>
              <a:t>            │    │          │           │        │</a:t>
            </a:r>
            <a:br/>
            <a:r>
              <a:t>            │    ▼          ▼           ▼        │</a:t>
            </a:r>
            <a:br/>
            <a:r>
              <a:t>            │ ┌────────┐                ─────────┘</a:t>
            </a:r>
            <a:br/>
            <a:r>
              <a:t>            │ │WEATHER │              按键B循环</a:t>
            </a:r>
            <a:br/>
            <a:r>
              <a:t>            │ │  天气  │</a:t>
            </a:r>
            <a:br/>
            <a:r>
              <a:t>            │ └────────┘</a:t>
            </a:r>
            <a:br/>
            <a:r>
              <a:t>            │</a:t>
            </a:r>
            <a:br/>
            <a:r>
              <a:t>            │       ┌──────────┐</a:t>
            </a:r>
            <a:br/>
            <a:r>
              <a:t>            └───────│ SETTINGS │ (长按C进入, 按B退出)</a:t>
            </a:r>
            <a:br/>
            <a:r>
              <a:t>                    └──────────┘</a:t>
            </a:r>
            <a:br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69035"/>
            <a:ext cx="10471785" cy="5688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OLED 显示 &amp; 机器宠表情系统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4114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6 大核心模式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🕐 CLOCK     — 全屏时间 + 日期 + 天气摘要</a:t>
            </a:r>
            <a:br/>
            <a:r>
              <a:t>⏳ COUNTDOWN — 番茄钟专注/休息倒计时</a:t>
            </a:r>
            <a:br/>
            <a:r>
              <a:t>🤖 CHAT-ROBOT— 空闲表情包 + 语音 + AI回复</a:t>
            </a:r>
            <a:br/>
            <a:r>
              <a:t>📋 TODO      — 手机同步任务列表浏览</a:t>
            </a:r>
            <a:br/>
            <a:r>
              <a:t>🌤 WEATHER   — 当前天气 + 预报详情</a:t>
            </a:r>
            <a:br/>
            <a:r>
              <a:t>⚙ SETTINGS  — WiFi/亮度/音量/AI模式/设备信息</a:t>
            </a:r>
            <a:br/>
            <a:br/>
            <a:r>
              <a:t>状态栏始终显示：模式图标 | 时间 | WiFi | 电量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029200" cy="4114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表情系统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 基础表情（6~10s 随机切换）：</a:t>
            </a:r>
            <a:br/>
            <a:r>
              <a:t>  (◍•ᴗ•◍) 开心  (◍•ᴗ•◍)✧ 眨眼</a:t>
            </a:r>
            <a:br/>
            <a:r>
              <a:t>  (๑•́ ₃ •̀๑) 撒娇  (๑•̀ㅂ•́)و✧ 期待</a:t>
            </a:r>
            <a:br/>
            <a:r>
              <a:t>  (｡•ˇ‸ˇ•｡) 思考  (￣ｑ￣)ｚｚｚ 困倦</a:t>
            </a:r>
            <a:br/>
            <a:r>
              <a:t>  ∑(O_O;) 惊讶    (´▽`ʃ♡ƪ) 爱心</a:t>
            </a:r>
            <a:br/>
            <a:br/>
            <a:r>
              <a:t>8 事件表情（事件触发 3s）：</a:t>
            </a:r>
            <a:br/>
            <a:r>
              <a:t>  新任务 → (☞ﾟヮﾟ)☞     任务完成 → ヽ(✿ﾟ▽ﾟ)ノ</a:t>
            </a:r>
            <a:br/>
            <a:r>
              <a:t>  番茄钟到 → (๑˃̵ᴗ˂̵)و     低电量 → (´；ω；`)</a:t>
            </a:r>
            <a:br/>
            <a:r>
              <a:t>  AI回复 → (◕‿◕✿)        充电 → (￣▽￣)~*⚡</a:t>
            </a:r>
            <a:br/>
            <a:br/>
            <a:r>
              <a:t>动画：眨眼(3s周期)、呼吸浮动(±1px)、弹入(scale)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13/23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语音交互全链路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br/>
            <a:r>
              <a:t>全部 API 均免费额度，无需付费。全程延迟约 2~3 秒（云端模式）。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14/23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015" y="161290"/>
            <a:ext cx="5103495" cy="66967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AI 双模切换策略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569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                ┌─────────────┐</a:t>
            </a:r>
            <a:br/>
            <a:r>
              <a:t>                  │ 用户提问     │</a:t>
            </a:r>
            <a:br/>
            <a:r>
              <a:t>                  └──────┬──────┘</a:t>
            </a:r>
            <a:br/>
            <a:r>
              <a:t>                         │</a:t>
            </a:r>
            <a:br/>
            <a:r>
              <a:t>                    ┌────▼────┐</a:t>
            </a:r>
            <a:br/>
            <a:r>
              <a:t>                    │ 云端可用？│</a:t>
            </a:r>
            <a:br/>
            <a:r>
              <a:t>                    └──┬───┬──┘</a:t>
            </a:r>
            <a:br/>
            <a:r>
              <a:t>                  是   │   │   否</a:t>
            </a:r>
            <a:br/>
            <a:r>
              <a:t>               ┌───────┘   └───────┐</a:t>
            </a:r>
            <a:br/>
            <a:r>
              <a:t>               ▼                   ▼</a:t>
            </a:r>
            <a:br/>
            <a:r>
              <a:t>        ┌────────────┐     ┌────────────┐</a:t>
            </a:r>
            <a:br/>
            <a:r>
              <a:t>        │ ☁ 云端模式  │     │ 局域网有    │</a:t>
            </a:r>
            <a:br/>
            <a:r>
              <a:t>        │ 智谱 GLM-4  │     │ Ollama？   │</a:t>
            </a:r>
            <a:br/>
            <a:r>
              <a:t>        │ Flash (免费)│     └──┬─────┬───┘</a:t>
            </a:r>
            <a:br/>
            <a:r>
              <a:t>        │ 延迟 1~3s   │   是   │     │ 否</a:t>
            </a:r>
            <a:br/>
            <a:r>
              <a:t>        └────────────┘  ┌──────┘     └──────┐</a:t>
            </a:r>
            <a:br/>
            <a:r>
              <a:t>                        ▼                   ▼</a:t>
            </a:r>
            <a:br/>
            <a:r>
              <a:t>                 ┌────────────┐     ┌────────────┐</a:t>
            </a:r>
            <a:br/>
            <a:r>
              <a:t>                 │ 🏠 本地模式 │     │ 📋 降级模式 │</a:t>
            </a:r>
            <a:br/>
            <a:r>
              <a:t>                 │ Ollama qwen │     │ 预设回复    │</a:t>
            </a:r>
            <a:br/>
            <a:r>
              <a:t>                 │ 0.5B (PC端) │     │ "AI暂时     │</a:t>
            </a:r>
            <a:br/>
            <a:r>
              <a:t>                 │ 延迟 2~5s   │     │  不可用"    │</a:t>
            </a:r>
            <a:br/>
            <a:r>
              <a:t>                 └────────────┘     └────────────┘</a:t>
            </a:r>
            <a:br/>
            <a:br/>
            <a:br/>
            <a:r>
              <a:t>状态栏实时显示当前 AI 模式图标 ☁ / 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15/23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320" y="1186815"/>
            <a:ext cx="9108440" cy="56534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9430" y="434975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微信小程序设计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16/23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" y="1174115"/>
            <a:ext cx="2878455" cy="3860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435" y="1363980"/>
            <a:ext cx="2701925" cy="35356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210" y="1349375"/>
            <a:ext cx="2737485" cy="35502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4320" y="1363980"/>
            <a:ext cx="2619375" cy="3540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555" y="36957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微信小程序设计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16/23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350" y="1051560"/>
            <a:ext cx="3637280" cy="49142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双端联动 — 任务同步 &amp; 番茄钟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135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任务同步流程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2181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番茄钟双端同步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17/23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8925"/>
            <a:ext cx="6147435" cy="26536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83125"/>
            <a:ext cx="619188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关键技术难点与解决方案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项目总结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201168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✅ 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• ESP32-C3 固件：6 模式状态机 + 表情系统</a:t>
            </a:r>
            <a:br/>
            <a:r>
              <a:t>• OLED 128×64 全界面实现</a:t>
            </a:r>
            <a:br/>
            <a:r>
              <a:t>• I2S 语音全链路 (录音→ASR→AI→TTS→播放)</a:t>
            </a:r>
            <a:br/>
            <a:r>
              <a:t>• AI 双模切换 (智谱GLM + Ollama本地)</a:t>
            </a:r>
            <a:br/>
            <a:r>
              <a:t>• 微信小程序 5 Tab 页面</a:t>
            </a:r>
            <a:br/>
            <a:r>
              <a:t>• MQTT 任务同步 &amp; 番茄钟远程</a:t>
            </a:r>
            <a:br/>
            <a:r>
              <a:t>• 74HC138D 按键矩阵 (4脚→6键)</a:t>
            </a:r>
            <a:br/>
            <a:r>
              <a:t>• MAX98357A I2S 数字功放</a:t>
            </a:r>
            <a:br/>
            <a:r>
              <a:t>• 电路原理图 (嘉立创) + BOM (&lt; ￥80)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029200" cy="201168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🔮 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• 3D 打印外壳 + 成品组装</a:t>
            </a:r>
            <a:br/>
            <a:r>
              <a:t>• ESP32-S3 升级 (更多 GPIO + 更强 AI)</a:t>
            </a:r>
            <a:br/>
            <a:r>
              <a:t>• 增加环境传感器 (温湿度/光线)</a:t>
            </a:r>
            <a:br/>
            <a:r>
              <a:t>• 语音唤醒词 (免按键)</a:t>
            </a:r>
            <a:br/>
            <a:r>
              <a:t>• 多设备联动 (房间级智能)</a:t>
            </a:r>
            <a:br/>
            <a:r>
              <a:t>• 小程序上架微信审核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0698480" cy="201168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📊 技术栈总结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59"/>
            <a:ext cx="10332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硬件: ESP32-C3 · OLED SSD1306 · INMP441 · MAX98357A · 74HC138D · TP4056</a:t>
            </a:r>
            <a:br/>
            <a:r>
              <a:t>固件: Arduino/C++ · PlatformIO · I2S · I2C · WiFi · MQTT · JSON · NTP</a:t>
            </a:r>
            <a:br/>
            <a:r>
              <a:t>AI: 智谱 GLM-4-Flash · 百度 ASR + TTS · Ollama qwen2.5 · 和风天气</a:t>
            </a:r>
            <a:br/>
            <a:r>
              <a:t>软件: 微信小程序 (WXML+WXSS+JS) · MQTT.js · Flutter (App端) · Cloudflare Worker · Python Flask</a:t>
            </a:r>
            <a:br/>
            <a:r>
              <a:t>设计: Adobe Premiere Pro (动画) · 嘉立创EDA (原理图) · U8g2 (OLED 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21/23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桌面智能灵动岛 — Desktop Smart Island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4206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欢迎提问 🙋</a:t>
            </a:r>
            <a:br/>
            <a:r>
              <a:t>GitHub / 小程序体验码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6254</Words>
  <Application>WPS 演示</Application>
  <PresentationFormat>On-screen Show (4:3)</PresentationFormat>
  <Paragraphs>162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Cordia New</vt:lpstr>
      <vt:lpstr>Segoe Print</vt:lpstr>
      <vt:lpstr>BatangChe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WPS_1682739062</cp:lastModifiedBy>
  <cp:revision>4</cp:revision>
  <dcterms:created xsi:type="dcterms:W3CDTF">2013-01-27T09:14:00Z</dcterms:created>
  <dcterms:modified xsi:type="dcterms:W3CDTF">2026-06-06T16:51:40Z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AADB2880076B4B5BBA964FA9F9353631_12</vt:lpwstr>
  </property>
</Properties>
</file>